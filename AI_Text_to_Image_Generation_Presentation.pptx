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C2C906-C0BA-4228-8D24-0E3AD85D9C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20DA4E-41B1-4E14-ACBC-AD8D988C926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5910125-DE24-4231-9299-EDC6725721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5A75200-AA90-48D2-888C-E628F77469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906C40C-4D3C-4DB1-A7C0-7F7F8301931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58DCCE3-B77A-484A-A19F-DD5618D27DA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51F6138-DD74-4ED7-98A0-DE1E4E6196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EC03B51-FB6A-4D73-93D7-ED674764E37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12B5BE4-D3BA-46DC-9A2E-1AA228CC00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3FD93E9-DF3D-48A2-8FFD-01ADDD3ED0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DCA5ABCA-B837-4384-858C-0645AB915E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F209A0-9D5D-4C3B-B98D-28038004B92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10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576D88-D94F-4600-9D63-FD4D7EAE27B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151CDC1-D06B-46CD-8380-C91AEDCEC14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303659-3872-4380-B36E-79BDCD0D8E8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63C83FE-F436-425E-86EC-F152E5AE36E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5E81A6-DDBC-43FE-BCC9-9AE2CD7D3E7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D677E8-F203-436A-B731-1B2F3DA2A4A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C601FD-68F2-4112-BF64-CC52A6FCAAB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7736345-DA74-40AA-8B64-13474E882D2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3D24D6-F968-4BED-86E5-D14A3273BC7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47163E-7E2C-40DA-880B-6302981BDC1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40000" y="72000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Text-to-Image Generation 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260000" y="274788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highlight>
                  <a:srgbClr val="ffffff"/>
                </a:highlight>
                <a:latin typeface="Calibri"/>
              </a:rPr>
              <a:t>IBM PBEL 2.0 Industry Project</a:t>
            </a:r>
            <a:endParaRPr b="0" lang="en-IN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highlight>
                  <a:srgbClr val="ffffff"/>
                </a:highlight>
                <a:latin typeface="Calibri"/>
              </a:rPr>
              <a:t>Presenter: Manav Srivastava</a:t>
            </a:r>
            <a:endParaRPr b="0" lang="en-IN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highlight>
                  <a:srgbClr val="ffffff"/>
                </a:highlight>
                <a:latin typeface="Calibri"/>
              </a:rPr>
              <a:t>College: UCER, Prayagraj</a:t>
            </a:r>
            <a:endParaRPr b="0" lang="en-IN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highlight>
                  <a:srgbClr val="ffffff"/>
                </a:highlight>
                <a:latin typeface="Calibri"/>
              </a:rPr>
              <a:t>Mentor: Mr. Nileaysh</a:t>
            </a:r>
            <a:endParaRPr b="0" lang="en-IN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Project Overview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Objective: Build a website that converts natural language prompts into images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Core Technology: Generative AI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API Integration: Hugging Face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User Interface: Gradio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Problem Statement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Traditional image creation requires time, resources, and design skills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Statisntics are harder to understand with text only.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AI system generates custom images fastly.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Useful in Marketing, UI/UX prototyping, Concept Art, and Education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Technology Stack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Language: Python (Google Colab)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Model: Stable Diffusion XL (SDXL 1.0)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API Provider: Hugging Face Inference Hub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UI Library: Gradio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Workflow / Architecture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Step 1: User enters text prompt in Gradio UI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Step 2: Backend sends request to Hugging Face API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Step 3: SDXL processes Noise-to-Image conversion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Step 4: Generated image returned and displayed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UI Design (Gradio)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Simple and interactive interface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Textbox: User prompt input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Image Output: Generated image display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Title &amp; Description: Instructions for users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Results &amp; Samples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Example Prompt: Futuristic cyberpunk city with neon lights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Generation Time: 5–8 seconds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Output Quality: 1024 x 1024 resolution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Challenges &amp; Learning Outcomes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Challenges: API rate limits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Secure handling of authentication tokens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Prompt engineering for better results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Conclusion &amp; Future Scope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Successfully built a web application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Future: Text to video or text to audio support.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Multi-model support (DALL·E, SDXL)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Add authentication system for privacy.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457200" y="1600200"/>
            <a:ext cx="8229240" cy="4525560"/>
          </a:xfrm>
          <a:prstGeom prst="rect">
            <a:avLst/>
          </a:prstGeom>
          <a:ln w="0">
            <a:noFill/>
          </a:ln>
        </p:spPr>
      </p:pic>
      <p:pic>
        <p:nvPicPr>
          <p:cNvPr id="86" name="" descr=""/>
          <p:cNvPicPr/>
          <p:nvPr/>
        </p:nvPicPr>
        <p:blipFill>
          <a:blip r:embed="rId2"/>
          <a:stretch/>
        </p:blipFill>
        <p:spPr>
          <a:xfrm>
            <a:off x="360" y="274680"/>
            <a:ext cx="9143640" cy="6745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PPT_Plus/1.0.0.0$Windows_X86_64 LibreOffice_project/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2026-03-16T15:50:52Z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